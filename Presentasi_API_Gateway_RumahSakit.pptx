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Selamat pagi/siang Bapak Dosen dan rekan-rekan sekalian. Kami dari Kelompok 2 mempresentasikan implementasi Sistem Terdistribusi pada Studi Kasus Layanan Rumah Sakit. Proyek ini berfokus pada dua konsep utama: API Gateway sebagai Single Entry Point di port 8000, dan RabbitMQ Pub/Sub Fanout untuk sinkronisasi data antar divisi secara simultan.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Anggota Kelompok 2 terdiri dari Ridho Rizky Prasetyo, Firsandi Andraw F., dan Ahmad Rafif Nandra 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 Kasus C mengharuskan data resep dokter sampai ke Apotek, Kasir, dan Rekam Medis secara bersamaan. Ini adalah 4 divisi independen dengan port berbeda (8101 s/d 8104).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Jika klien mengakses service langsung, frontend harus mengingat port 8101, 8102, 8103, dan 8104. Ini berbahaya karena topologi internal bocor dan tidak ada Space Decoupling.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Gateway bertindak sebagai pintu masuk tunggal di port 8000. Klien cukup memanggil port 8000, lalu Gateway mem-forward request ke service internal secara transparan.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mendistribusikan data resep secara serempak, digunakan RabbitMQ Fanout Exchange bernama hospital_prescriptions. Dokter menerbitkan 1 pesan, dan broker menduplikasi ke antrean masing-masing divisi secara asinkron.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memetakan dua jalur komunikasi utama: Jalur North-South untuk akses klien ke Gateway via REST HTTP, dan Jalur East-West untuk komunikasi internal antar-service via RabbitMQ Fanout.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Decoupling diwujudkan oleh API Gateway, dan Time Decoupling diwujudkan oleh antrean pesan RabbitMQ.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Kodingan di sebelah kiri adalah Reverse Proxy Gateway, dan di sebelah kanan adalah Background Worker Thread di Apotek yang mengonsumsi antrean RabbitMQ secara asinkron.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Kelima langkah pengujian dari pembuatan resep hingga pembayaran semuanya dialamatkan ke port 8000.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Kesimpulannya, kombinasi API Gateway dan Event-Driven Pub/Sub menyelesaikan seluruh tantangan di Studi Kasus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Sekian presentasi dari Kelompok 2. Kami membuka sesi tanya jawab untuk Bapak Dosen dan rekan-rekan sekalian. Terima kasih.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7680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777240"/>
            <a:ext cx="694944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7772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SISTEM TERDISTRIBUSI · KELOMPOK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Implementasi </a:t>
            </a:r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API Gateway</a:t>
            </a:r>
            <a:pPr algn="ctr" indent="0" marL="0">
              <a:lnSpc>
                <a:spcPct val="110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&amp; Event-Driven Pub/Sub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Studi Kasus: Arsitektur Layanan Kesehatan Rumah Sakit Terdistribusi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Single Entry Point · Space &amp; Time Decoupling · Multi-divisi Simultan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9077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31821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Port 8000 Single Entry Point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283464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9077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RabbitMQ Pub/Sub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31821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Fanout Exchange Siaran Simultan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283464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9077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Full Python Architecture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31821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Modular, Ringan &amp; Efisien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0" y="3794760"/>
            <a:ext cx="5852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86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Kelompok 2: Ridho Rizky Prasetyo · Firsandi Andraw F. · Ahmad Rafif Nandra U.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ANGGOTA KELOMPOK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Kelompok 2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— Sistem Terdistribusi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377440" cy="2926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920240"/>
            <a:ext cx="822960" cy="82296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Ridho Rizky Prasetyo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NIM: 242410102055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377440" cy="2926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FAF5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22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Firsandi Andraw F.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22C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NIM: 242410102056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1554480"/>
            <a:ext cx="2377440" cy="2926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920240"/>
            <a:ext cx="822960" cy="822960"/>
          </a:xfrm>
          <a:prstGeom prst="ellipse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Ahmad Rafif Nandra U.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NIM: 242410102018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STUDI KASUS SISTEM TERDISTRIBUSI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Layanan Rumah Sakit: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Distribusi Resep Simultan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Kebutuhan integrasi data terdistribusi tanpa saling menunggu antar divisi medis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342900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RUMUSAN MASALAH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"Ketika dokter menyelesaikan resep obat di poli klinik, data resep harus diketahui oleh Apotek (untuk penyiapan obat), Kasir (untuk rincian tagihan), dan Rekam Medis (untuk histori pasien) secara bersamaan."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383280"/>
            <a:ext cx="342900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747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Tantangan Kunci Sistem Terdistribusi: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Klien (Pasien/Dokter) butuh 1 pintu akses tanpa bingung port.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Tiga divisi di belakang butuh data serentak tanpa saling menunggu.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435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Dokter 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7099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Input resep diagnosa dan pemicu event (Port 8101)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317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Apotek 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6060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Terima resep, potong stok dan racik obat (Port 8102)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118104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278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Kasir Service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5021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Kalkulasi obat + jasa dokter jadi invoice (Port 8103)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4014216"/>
            <a:ext cx="3886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1239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Rekam Medis (EMR)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39826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Arsip histori kunjungan dan resep pasien (Port 8104)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ANALISIS AKSES LANGSUNG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Kelemahan Pola </a:t>
            </a:r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Direct Access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Mengapa aplikasi klien dilarang keras menembak IP dan Port service secara langsung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POLA AKSES LANGSUNG (TIGHT COUPLING)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Aplikasi Mobile  ──&gt;  http://localhost:8101 (Dokter)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395728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957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Aplikasi Mobile  ──&gt;  http://localhost:8102 (Apotek)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871216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7121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Aplikasi Mobile  ──&gt;  http://localhost:8103 (Kasir)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4670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Aplikasi Mobile  ──&gt;  http://localhost:8104 (EMR)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Topologi port internal terekspos langsung ke jaringan luar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Kelemahan Mendasar Akses Langsung: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7452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Port Tercecer &amp; Berbeda-beda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09397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Frontend harus mengelola banyak host dan port (8101 s/d 8104).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937760" y="242316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Menyulitkan Tim Frontend/Mobile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26426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Developer klien terbebani mengingat arsitektur fisik backend.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937760" y="297180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Bocornya Struktur Internal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1912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Publik mengetahui topologi port internal yang rawan serangan.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937760" y="352044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Sulit Terapkan Autentikasi Konsisten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373989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Aturan login, token JWT, &amp; rate limiting harus diulang di 4 service.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937760" y="406908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Hilangnya Space Decoupling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428853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Jika Kasir pindah port/server, aplikasi klien langsung error.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ARSITEKTUR API GATEWAY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API Gateway: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Single Entry Point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Menyatukan akses seluruh microservice ke satu pintu gerbang tunggal di port 8000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342900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PRINSIP KERJA GATEWAY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Pasien datang ke rumah sakit tidak langsung masuk ke ruang racik obat atau brankas kasir.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Pasien cukup melapor ke Resepsionis di lobi utama (Port 8000). Resepsionis yang memeriksa tujuan lalu mengantar ke ruangan yang benar.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3429000" cy="1280160"/>
          </a:xfrm>
          <a:prstGeom prst="roundRect">
            <a:avLst>
              <a:gd name="adj" fmla="val 357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290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Keuntungan Bagi Frontend / Mobile: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Frontend mengira hanya ada SATU server biasa di port 8000.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Cukup panggil /api/dokter, /api/apotek, /api/kasir.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Aman: Port internal 8101-8104 tersembunyi dari publik.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08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ROUTING TABLE :8000 (SINGLE ENTRY POINT)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92040" y="1874520"/>
            <a:ext cx="3520440" cy="438912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8745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 /api/dokter/resep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──&gt; :8101 (Dokter Service)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92040" y="2404872"/>
            <a:ext cx="3520440" cy="438912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40487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  /api/apotek/antrean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──&gt; :8102 (Apotek Service)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92040" y="2935224"/>
            <a:ext cx="3520440" cy="438912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935224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  /api/kasir/tagihan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──&gt; :8103 (Kasir Service)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92040" y="3465576"/>
            <a:ext cx="3520440" cy="438912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46557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  /api/emr/riwayat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──&gt; :8104 (EMR Service)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3995928"/>
            <a:ext cx="3520440" cy="438912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99592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 /api/kasir/bayar/*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──&gt; :8103 (Kasir Service)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4343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Klien 100% hanya mengenal port 8000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EVENT-DRIVEN PUB/SUB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RabbitMQ Fanout: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Distribusi Data Simultan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Mendistribusikan data resep ke Apotek, Kasir, dan EMR secara serempak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Kelemahan Jika Memakai REST Antar-Service: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Cascading Failure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09397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Jika server Kasir hang/mati, request resep dokter ikut gagal total.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53288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Latensi Bertumpuk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75234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Waktu tunggu dokter bertambah = waktu Apotek + Kasir + EMR.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1912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Tight Coupling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4107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Dokter harus tahu alamat 3 divisi lain dan menunggu satu per satu.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3794760"/>
            <a:ext cx="3429000" cy="868680"/>
          </a:xfrm>
          <a:prstGeom prst="roundRect">
            <a:avLst>
              <a:gd name="adj" fmla="val 421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77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1B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REST HTTP membuat komunikasi berjalan sekuensial dan blocking.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508760"/>
            <a:ext cx="3429000" cy="32004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POLA ASINKRON FANOUT EXCHANGE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196596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Dokter cukup menerbitkan event tunggal ke RabbitMQ Fanout Exchange: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Event: PrescriptionIssued (RX-2026-9901)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926080"/>
            <a:ext cx="342900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92608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Apotek Consumer ──&gt; Racik obat &amp; potong stok otomatis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937760" y="3456432"/>
            <a:ext cx="342900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45643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Kasir Consumer  ──&gt; Kalkulasi total biaya &amp; buat invoice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937760" y="3986784"/>
            <a:ext cx="342900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98678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EMR Consumer    ──&gt; Arsipkan riwayat kunjungan pasien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937760" y="4434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Ketiga divisi menerima pesan secara serempak dan independen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TOPOLOGI &amp; SIMULASI ALUR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Peta Topologi Terintegrasi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· Single Entry &amp; Fanout Hub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Visualisasi hubungan antar-komponen dari akses klien hingga siaran simultan multi-divisi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342900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JALUR NORTH-SOUTH (REST API VIA :8000)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93852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5681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Klien Mobile / Web Pasien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68680" y="215798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Hanya mengenal port 8000 (tidak tahu port internal)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46888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4871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POST /api/dokter/resep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868680" y="268833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Permintaan masuk ke gerbang tunggal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2999232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175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API Gateway (:8000)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68680" y="321868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Membaca URL prefix &amp; membelokkan rute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529584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4787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Proxy Forwarding Internal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Meneruskan ke port backend tujuan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4059936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07822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Dokter Service (:8101)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68680" y="427939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Validasi &amp; simpan resep medis pasien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1508760"/>
            <a:ext cx="3429000" cy="32004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JALUR EAST-WEST (RABBITMQ FANOUT :5672)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1938528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95681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RabbitMQ Fanout Exchange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029200" y="215798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Menerima event tunggal PrescriptionIssued dari Dokter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246888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4871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Siaran Serempak Simultan (3 Arah):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029200" y="268833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Diduplikasi instan ke antrean masing-masing divisi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2999232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0175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Apotek (:8102) ──&gt; Potong Stok Obat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029200" y="321868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Background listener racik obat seketika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0" y="3529584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54787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Kasir (:8103)  ──&gt; Buat Billing Invoice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5029200" y="374904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Tagihan siap saat pasien melangkah ke kasir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37760" y="4059936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07822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EMR (:8104)    ──&gt; Arsip Rekam Medis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029200" y="427939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Riwayat tercatat rapi tanpa intervensi manual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LANDASAN TEORI SISTEM TERDISTRIBUSI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Pencapaian: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Space Decoupling &amp; Time Decoupling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Analisis akademis pemisahan dimensi ruang dan waktu dalam arsitektur sistem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3429000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SPACE DECOUPLING (VIA API GATEWAY)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Definisi Teori: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Pengirim dan penerima tidak perlu mengetahui lokasi fisik, alamat IP, atau port jaringan satu sama lain.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Implementasi Sistem: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Klien mobile/web hanya tahu port 8000.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Service Apotek bisa dipindah ke server lain tanpa mengubah kodingan klien.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API Gateway bertindak sebagai resolver lokasi fisik.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3886200"/>
            <a:ext cx="3429000" cy="731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Hasil: Klien bebas dari keterikatan alamat &amp; port internal backend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508760"/>
            <a:ext cx="3429000" cy="320040"/>
          </a:xfrm>
          <a:prstGeom prst="roundRect">
            <a:avLst>
              <a:gd name="adj" fmla="val 11429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21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TIME DECOUPLING (VIA RABBITMQ QUEUE)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19659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Definisi Teori: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1945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Pengirim dan penerima tidak harus aktif atau online secara bersamaan di detik yang sama saat pesan dikirimkan.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Implementasi Sistem: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0175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Dokter bisa kirim resep seketika (non-blocking).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Jika Kasir Service restart sementara, pesan aman di antrean broker.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Saat Kasir hidup kembali, pesan langsung diproses.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3886200"/>
            <a:ext cx="3429000" cy="731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977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Hasil: Sistem tahan banting dari kegagalan node sementara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IMPLEMENTASI KODE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Bedah Kode: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Gateway Routing &amp; Background Worker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Mekanisme pemetaan URL di gateway dan konsumsi antrean pesan di sisi microservice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1. ROUTING TABLE (python_gateway/gateway.py)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ROUTES = {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"/api/dokter": "http://localhost:8101",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"/api/apotek": "http://localhost:8102",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"/api/kasir":  "http://localhost:8103",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"/api/emr":    "http://localhost:8104"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@app.route("/api/&lt;svc&gt;/&lt;path:p&gt;", methods=[...])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proxy(svc, p=""):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target = f"{ROUTES['/api/'+svc]}/api/{svc}/{p}"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return requests.request(request.method, target, ...)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087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2. BACKGROUND WORKER (services/apotek_service.py)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rabbitmq_listener():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conn, ch = get_connection()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# Bind antrean ke fanout exchange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q = ch.queue_declare(queue="", exclusive=True).method.queue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ch.queue_bind(exchange="hospital_prescriptions", queue=q)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def callback(ch, method, props, body):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data = json.loads(body)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proses_resep_masuk(data) # Potong stok!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ch.basic_consume(queue=q, on_message_callback=callback)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ch.start_consuming()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SKENARIO PENGUJIAN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Simulasi Terpadu: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 Langkah End-to-End Test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Seluruh pengujian dilakukan 100% hanya melalui API Gateway di port 8000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411480" cy="41148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Dokter Terbitkan Resep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6367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563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 http://localhost:8000/api/dokter/resep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800600" y="14356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201 Created · Event PrescriptionIssued disiarkan ke RabbitMQ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02536"/>
            <a:ext cx="80467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093976"/>
            <a:ext cx="411480" cy="41148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093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0939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Apotek Siapkan Obat &amp; Stok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23134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563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 http://localhost:8000/api/apotek/antrean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800600" y="21122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200 OK · Stok obat terpotong otomatis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679192"/>
            <a:ext cx="80467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770632"/>
            <a:ext cx="411480" cy="411480"/>
          </a:xfrm>
          <a:prstGeom prst="roundRect">
            <a:avLst>
              <a:gd name="adj" fmla="val 8889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770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27706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Kasir Terbitkan Tagihan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29900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563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 http://localhost:8000/api/kasir/tagihan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200 OK · Invoice obat + jasa dokter diterbitkan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355848"/>
            <a:ext cx="80467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447288"/>
            <a:ext cx="411480" cy="411480"/>
          </a:xfrm>
          <a:prstGeom prst="roundRect">
            <a:avLst>
              <a:gd name="adj" fmla="val 8889"/>
            </a:avLst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47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34472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EMR Arsipkan Rekam Medis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36667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563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 http://localhost:8000/api/emr/riwayat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800600" y="3465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200 OK · Riwayat kunjungan pasien tercatat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032504"/>
            <a:ext cx="80467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123944"/>
            <a:ext cx="411480" cy="41148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34440" y="41239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Pembayaran Lunas di Kasir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34440" y="43434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563E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 http://localhost:8000/api/kasir/bayar/RX-2026-9901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800600" y="41422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200 OK · Status tagihan lunas &amp; siklus resep selesai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KESIMPULAN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Kesimpulan Akhir 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— Capaian Sistem Terdistribusi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Validasi arsitektur terhadap materi perkuliahan dan kriteria Studi Kasus 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04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Single Entry Point Berhasil Diterapkan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Klien hanya berbicara ke port 8000. Struktur port internal (8101-8104) terlindungi penuh dari akses luar.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904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Sinkronisasi Simultan Tanpa Keterikatan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85623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RabbitMQ Fanout Exchange membuktikan Studi Kasus C terpenuhi: Apotek, Kasir, dan EMR menerima resep serempak tanpa cascading failure.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Pencapaian Space &amp; Time Decoupling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54787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Gateway memberikan Space Decoupling (klien bebas lokasi fisik), sementara message broker memberikan Time Decoupling (tahan crash sesaat).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1821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Keselarasan Penuh dengan Materi Perkuliahan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547872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Arsitektur mengacu langsung pada materi API Gateway dan Event-Driven Pub/Sub dengan implementasi Full Python yang efisien dan modular.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7680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640080"/>
            <a:ext cx="51206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6400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SESI TANYA JAWAB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Terima Kasih atas Perhatiannya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3474720" cy="100584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91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Q1: Kenapa harus memakai API Gateway?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19476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Sebagai Single Entry Point. Klien hanya perlu tahu port 8000, keamanan internal terjamin dan lokasi backend tersembunyi.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617720" y="1600200"/>
            <a:ext cx="3474720" cy="100584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Q2: Kenapa RabbitMQ Fanout bukan REST?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9476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Karena 3 divisi butuh serempak. REST membuat cascading failure &amp; lambat, sedangkan Fanout menyiarkan event secara asinkron.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005840" y="2697480"/>
            <a:ext cx="3474720" cy="100584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788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Q3: Bagaimana jika service Kasir mati?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30449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Time Decoupling: Pesan tetap antre di broker RabbitMQ dan akan diproses saat Kasir hidup kembali.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617720" y="2697480"/>
            <a:ext cx="3474720" cy="100584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788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Q4: Kenapa memilih arsitektur Full Python?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30449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Sangat ringan, responsif, hemat konsumsi memori, dan seluruh alur komunikasi terintegrasi secara modular dengan standar REST dan pika RabbitMQ.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011680" y="3886200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9776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Ridho Rizky Prasetyo (242410102055)  ·  Firsandi Andraw F. (242410102056)  ·  Ahmad Rafif Nandra U. (242410102018)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2026-10-06T16:00:58Z</dcterms:created>
  <dcterms:modified xsi:type="dcterms:W3CDTF">2026-10-06T16:00:58Z</dcterms:modified>
</cp:coreProperties>
</file>