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Selamat pagi/siang Bapak M. Zarkasi dan rekan-rekan. Kami dari Kelompok 2 mempresentasikan implementasi arsitektur API Gateway dan evolusinya menuju Service Discovery pada Sistem Terdistribusi Layanan Rumah Sakit.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Ketika dokter meresepkan obat, data JSON ini harus sampai ke Apotek untuk penyiapan obat, Kasir untuk tagihan, dan EMR untuk riwayat medis.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access memaksa klien menyimpan IP dan port service, membocorkan topologi backend ke publik, dan membuat sistem sangat rapuh.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Gateway menyediakan satu gerbang tunggal di port 8000. Konfigurasi routing meneruskan request ke port 8101-8104.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Simulasi gateway membuktikan request sukses diteruskan melalui port 8000. Namun, rute di gateway masih terkunci secara statis.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Ketika service mati atau berganti port, gateway hardcoded tetap menembak ke port lama sehingga klien menerima 502 Bad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Discovery adalah buku kontak otomatis. Microservice mendaftarkan diri secara mandiri, mengirim heartbeat berkala, dan gateway mencarinya secara dinamis.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Spring Gateway, rute menggunakan lb://DOKTER-SERVICE. Di balik layar, registry mengembalikan JSON instance aktif dan gateway meng-inject header X-Gateway-Mode.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Dengan Service Discovery, ketika satu instance mati, registry otomatis mencoretnya dan mengalihkan request ke instance lain tanpa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 membuktikan Space Decoupling melalui API Gateway &amp; Service Discovery, serta Time Decoupling melalui RabbitMQ.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Sekian presentasi dari Kelompok 2. Kami siap mendemokan simulasi secara live dan menjawab pertanyaan Bapak Dosen serta rekan-rekan. Terima kasih.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SISTEM TERDISTRIBUSI • FASILKOM UNIVERSITAS JEMBER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" y="141732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API Gateway &amp;
</a:t>
            </a:r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Service Discovery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Evolusi Arsitektur Sistem Terdistribusi: Mengatasi Keterbatasan Hardcoded Routing Menuju Dynamic Service Registry pada Studi Kasus Layanan Rumah Sakit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97280" y="33375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Kelompok 2: Ridho Rizky Prasetyo • Firsandi Andraw F. • Ahmad Rafif Nandra U.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Dosen Pengampu: M. Zarkasi, S.Kom., M.Kom. • Tahun Akademik 2025/2026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STUDI KASUS C — SISTEM TERDISTRIBUSI LAYANAN KESEHATAN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Alur Data Resep Terdistribusi Antar Layanan Mikro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Kontrak pertukaran data resep dari poli dokter menuju apotek, kasir, dan rekam medis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383280"/>
          </a:xfrm>
          <a:prstGeom prst="rect">
            <a:avLst/>
          </a:prstGeom>
          <a:solidFill>
            <a:srgbClr val="070B14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KONTRAK PAYLOAD: POST /api/dokter/resep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"id_resep": "RSP-20261020-001",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"pasien": "Budi Santoso",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"diagnosa": "Faringitis Akut",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"obat": [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"nama": "Amoxicillin 500mg",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"qty": 15,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"harga": 45000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338328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DISTRIBUSI DATA KE 3 KONSUMEN: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Apotek Service (:8102)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Menyiapkan racikan obat dan memotong stok gudang farmasi secara real-time.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Kasir Service (:8103)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Menghitung total rincian tagihan obat + biaya konsultasi dokter.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EMR Service (:8104)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Mencatat diagnosis dan riwayat terapi ke rekam medis permanen pasien.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MASALAH DIRECT ACCESS (SLIDE 2 &amp; 3 PPT DOSEN)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Kelemahan Fatal Akses Langsung (</a:t>
            </a:r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Direct Access</a:t>
            </a:r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Klien frontend dan mobile mengakses port masing-masing service secara terpisah tanpa perantara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383280"/>
          </a:xfrm>
          <a:prstGeom prst="rect">
            <a:avLst/>
          </a:prstGeom>
          <a:solidFill>
            <a:srgbClr val="070B14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KLIEN MENYIMPAN RAW IP &amp; PORT: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Klien frontend/mobile menyimpan raw IP &amp; Port: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DOKTER_API = "http://192.168.1.10:8101";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APOTEK_API = "http://192.168.1.10:8102";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KASIR_API  = "http://192.168.1.10:8103";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const EMR_API    = "http://192.168.1.10:8104";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Jika port internal dipindah untuk security: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-&gt; SELURUH BUILD APLIKASI KLIEN RUSAK TOTAL!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840480" cy="338328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 RISIKO TEKNIS UTAMA: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Kebocoran Topologi Jaringan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Penyerang dapat langsung memindai port internal backend tanpa filter keamanan terpusat.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Beban Konfigurasi CORS &amp; SSL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Setiap service harus mengurus sertifikat TLS dan header CORS masing-masing secara berulang.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Tightly Coupled ke Lokasi Fisik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Klien sangat bergantung pada alamat IP dan port server fisik (*Space Dependent*).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SOLUSI TAHAP 1 (SLIDE 4 &amp; 5 PPT DOSEN)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API Gateway: 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Single Entry Point</a:t>
            </a:r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di Port 8000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Seluruh trafik klien diarahkan ke port 8000, lalu di-proxy ke port internal masing-masing service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rgbClr val="070B14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SPRING CLOUD GATEWAY (application.yml)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server: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port: 8000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spring: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cloud: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gateway: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routes: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- id: dokter-service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uri: http://localhost:8101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predicates: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- Path=/api/dokter/**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- id: apotek-service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uri: http://localhost:8102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predicates: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- Path=/api/apotek/**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rgbClr val="070B14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CC1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 GATEWAY (python_gateway/gateway.py)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ROUTES = {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"/api/dokter": "http://localhost:8101",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"/api/apotek": "http://localhost:8102",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"/api/kasir":  "http://localhost:8103",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"/api/emr":    "http://localhost:8104"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@app.route("/api/&lt;service&gt;/&lt;path:subpath&gt;")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proxy(service, subpath=""):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target = ROUTES.get(f"/api/{service}")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# Forward HTTP method, headers, &amp; body...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BUKTI EKSEKUSI NYATA SISTEM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Verifikasi Routing Gateway Statis: </a:t>
            </a:r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Log Terminal &amp; Respon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Pengujian otomatis via simulasi_gateway.py membuktikan seluruh request berhasil lewat port 8000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572000" cy="3383280"/>
          </a:xfrm>
          <a:prstGeom prst="rect">
            <a:avLst/>
          </a:prstGeom>
          <a:solidFill>
            <a:srgbClr val="070B14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TERMINAL RUNTIME (simulasi_gateway.py)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python3 simulasi_gateway.py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[1] MENYALAKAN 4 SERVICE (Port 8101..8104)... OK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[2] MENJALANKAN API GATEWAY DI PORT 8000... OK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 PENGUJIAN SINGLE ENTRY POINT :8000 ---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[POST] :8000/api/dokter/resep -&gt; Forward :8101 (201 Created)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[GET]  :8000/api/apotek/antrean -&gt; Forward :8102 (200 OK)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[GET]  :8000/api/kasir/tagihan -&gt; Forward :8103 (200 OK)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[GET]  :8000/api/emr/rekam-medis -&gt; Forward :8104 (200 OK)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SELURUH REQUEST BERHASIL HANYA LEWAT PORT 8000!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1280160"/>
            <a:ext cx="3291840" cy="338328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EVALUASI TAHAP 1: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87452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Pencapaian: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Klien berhasil di-decouple dari port fisik.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Pintu masuk terpusat di port 8000.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Kelemahan: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Konfigurasi rute di Gateway masih di-hardcode ke localhost:8101..8104.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Gateway tidak tahu jika service mati atau berpindah port!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SIMULASI KEGAGALAN SISTEM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Skenario 1: Apa yang Terjadi Saat Service Mati atau </a:t>
            </a:r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Berganti Port?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Bukti log error 502 Bad Gateway akibat keterikatan routing statis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572000" cy="3383280"/>
          </a:xfrm>
          <a:prstGeom prst="rect">
            <a:avLst/>
          </a:prstGeom>
          <a:solidFill>
            <a:srgbClr val="1C0A0A"/>
          </a:solidFill>
          <a:ln w="19050">
            <a:solidFill>
              <a:srgbClr val="7F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LOG TERMINAL: CRASH PADA HARDCODED ROUTING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[SIMULASI KEGAGALAN SERVICE CRASH]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1. EMR Service (:8104) mati mendadak ($ kill -9 &lt;pid&gt;)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2. Klien kirim: GET :8000/api/emr/rekam-medis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3. Gateway memaksakan forward ke konfigurasi hardcode :8104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[GATEWAY ERROR]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ConnectionRefusedError: [Errno 111] Connection refused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HTTP/1.1 502 Bad Gateway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"error": "Bad Gateway / Service Error",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"target_url": "http://localhost:8104/api/emr/rekam-medis"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1280160"/>
            <a:ext cx="3291840" cy="338328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MENGAPA GAGAL DI PRODUKSI?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87452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Tidak Tahan Ganti Port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Jika port service diubah karena alasan keamanan atau konflik port (Laravel :8000, Vite :5173), Gateway langsung putus.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Tidak Ada Health Check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Gateway tidak tahu apakah server di balik port tersebut masih hidup atau sudah mati.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Wajib Restart Gateway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Setiap perubahan port membutuhkan restart gateway.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SOLUSI TAHAP 2 — SISTEM TERDISTRIBUSI MODERN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Service Discovery: 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Buku Kontak Otomatis &amp; Dynamic Registry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Pola pendaftaran mandiri (Self-Registration) dan pencarian rute dinamis saat runtime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Self-Registration (:8761)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Saat booting, service melapor ke Registry: "Saya DOKTER-SERVICE di IP 127.0.0.1 port 8101".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804672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Heartbeat Health 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Setiap 10 detik service mengirim detak jantung. Jika putus &gt; 30 detik, service otomatis dicoret.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Dynamic Lookup (lb://)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735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Saat request datang, Gateway bertanya ke Registry: "Mana DOKTER-SERVICE yang sehat?".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40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Dynamic Proxy Forwarding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0965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Gateway meneruskan request ke alamat hasil lookup tanpa ada port yang di-hardcode di gateway.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IMPLEMENTASI DYNAMIC ROUTING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Bedah Kode: Protokol 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lb://</a:t>
            </a:r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&amp; JSON Registry Lookup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Gateway memetakan nama logis dan menanyakan alamat fisik aktif ke endpoint Registry :8761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rgbClr val="070B14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SPRING CLOUD (application-discovery.yml)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server: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port: 8000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spring: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cloud: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gateway: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routes: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# BUKAN LAGI localhost:8101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- id: dokter-service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uri: lb://DOKTER-SERVICE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predicates: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- Path=/api/dokter/**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eureka: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client: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service-url: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defaultZone: http://localhost:8761/eureka/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rgbClr val="070B14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REGISTRY LOOKUP: GET :8761/services/DOKTER-SERVICE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"service_name": "DOKTER-SERVICE",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"selected_instance": {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"url": "http://localhost:8101",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"status": "UP",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"last_heartbeat": 1776701500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"active_instances_count": 1,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"load_balance_strategy": "Round-Robin"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HTTP Response Header dari Gateway: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X-Gateway-Mode: Dynamic-Service-Discovery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X-Resolved-Service: DOKTER-SERVICE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PEMBUKTIAN KETAHANAN SISTEM (FAULT TOLERANCE)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Skenario 2: </a:t>
            </a:r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Self-Healing</a:t>
            </a:r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&amp; Dynamic Round-Robin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Bukti auto-failover dan load balancing dinamis tanpa mengubah konfigurasi Gateway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572000" cy="3383280"/>
          </a:xfrm>
          <a:prstGeom prst="rect">
            <a:avLst/>
          </a:prstGeom>
          <a:solidFill>
            <a:srgbClr val="062817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LOG TERMINAL: AUTO-FAILOVER &amp; SELF-HEALING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[SIMULASI AUTO-FAILOVER &amp; LOAD BALANCING]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1. Service Kasir dijalankan 2 instance (:8103 &amp; :8105)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2. Kedua instance mendaftar ke Registry port 8761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3. Kasir-1 (:8103) dihentikan / crash ($ kill -9)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4. Heartbeat :8103 putus &gt; 30 detik -&gt; Dicoret dari Registry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5. Request klien datang ke Gateway :8000/api/kasir/tagihan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6. Gateway query Registry -&gt; Mendapatkan Kasir-2 (:8105)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7. Request berhasil diproses -&gt; HTTP/1.1 200 OK!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HASIL: ZERO DOWNTIME! Sistem pulih secara mandiri.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1280160"/>
            <a:ext cx="3291840" cy="338328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NILAI PLUS TERUJI: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87452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Dynamic Failover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Ketika ada instance yang mati, request otomatis dialihkan ke instance yang sehat.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Round-Robin Load Balancing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Jika ada 2 kasir aktif, beban request dibagi rata secara bergantian.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Zero Downtime Deployment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Port baru dapat ditambahkan saat sistem sedang berjalan.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LANDASAN TEORITIS SISTEM TERDISTRIBUSI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Pembuktian Dua Pilar 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Decoupling</a:t>
            </a:r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pada Sistem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Pelepasan keterikatan ruang/lokasi (Space Decoupling) dan waktu sinkron (Time Decoupling)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SPACE DECOUPLING (LOKASI FISIK)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Diwujudkan oleh API Gateway &amp; Service Discovery: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Klien bebas dari lokasi: Klien hanya tahu port 8000, tidak tahu port 8101..8104.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Gateway bebas dari lokasi: Gateway hanya tahu nama lb://DOKTER-SERVICE, tidak menyimpan IP port fisik.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Server bebas berpindah mesin atau port tanpa merusak konfigurasi sistem.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rgbClr val="111827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TIME DECOUPLING (WAKTU SINKRON)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Diwujudkan oleh Message Broker RabbitMQ Fanout: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Dokter menerbitkan resep ke antrean RabbitMQ.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Konsumen (Apotek, Kasir, EMR) tidak harus aktif pada detik yang sama.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Jika Apotek sempat down sesaat, pesan tetap aman tersimpan di antrean dan diproses saat online kembali.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PENUTUP &amp; KESIAPAN DEMONSTRASI LANGSUNG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Ringkasan &amp; </a:t>
            </a:r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Kesiapan Live Demo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Kedua skenario simulasi siap dijalankan secara live di hadapan Bapak Dosen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219456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Demo Gateway Hardcoded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python3 simulasi_gateway.py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Membuktikan Single Entry Point port 8000 meneruskan ke port 8101..8104.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219456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Demo Service Discovery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python3 simulasi_discovery.py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Membuktikan dynamic lookup ke Registry port 8761 dan Web GUI Dashboard.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06040" cy="219456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Sesi Tanya Jawab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1828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Tanya Jawab / Diskusi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72200" y="2194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Kelompok 2 siap mendiskusikan mekanisme failover, routing, dan decoupling.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111827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TERIMA KASIH ATAS PERHATIAN BAPAK DOSEN &amp; REKAN SEKALIAN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Kelompok 2: Ridho Rizky Prasetyo • Firsandi Andraw F. • Ahmad Rafif Nandra U.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2026-10-20T16:21:31Z</dcterms:created>
  <dcterms:modified xsi:type="dcterms:W3CDTF">2026-10-20T16:21:31Z</dcterms:modified>
</cp:coreProperties>
</file>